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B4FCF"/>
                </a:solidFill>
              </a:rPr>
              <a:t>BLUESTOCK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97316"/>
                </a:solidFill>
              </a:rPr>
              <a:t>End-to-End Data Engineering, ETL Pipeline &amp; 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Data Analyst Intern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❌  NAV, AUM, SIP data scattered across multiple sources in different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❌  No unified platform to compare fund performance on a risk-adjusted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❌  Investors cannot track whether funds outperform their benchmark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❌  Monthly reports are static PDFs — no interactivity or drill-down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✅  Build ETL pipeline consolidating all data into a single SQLite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✅  Compute risk-return metrics: CAGR, Sharpe, Alpha, Beta, VaR, Max Drawdown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✅  Compare fund returns vs Nifty 50 and Nifty 100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✅  Deliver interactive Power BI dashboard with 4 analytical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Data Sources &amp;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40 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fund_master.csv — AMFI codes, categories, expense 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46,000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nav_history.csv — Daily NAV 2022–2026 from mfapi.in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90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774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aum_by_fund_house.csv — Quarterly AUM per AMC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48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monthly_sip_inflows.csv — Industry SIP trend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32,778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investor_transactions.csv — SIP/Lumpsum/Redemption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8,050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benchmark_indices.csv — Nifty 50, 100, BSE SmallCap daily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5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</a:rPr>
              <a:t>322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937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portfolio_holdings.csv — Top stock holdings per equity fund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4FCF"/>
                </a:solidFill>
              </a:rPr>
              <a:t>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mfapi.in REST API  +  AMFI CSV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TRANSFORM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Pandas cleaning  •  Date fixing  •  Forward-fill  • 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4FCF"/>
                </a:solidFill>
              </a:rP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SQLite star schema  •  dim_fund  •  fact_nav  •  fact_transactions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CAGR  •  Sharpe  •  Alpha/Beta  •  VaR  •  Cohort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4FCF"/>
                </a:solidFill>
              </a:rPr>
              <a:t>VISUALISE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Power BI 4-page Dashboard  •  9 Matplotlib/Plotly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EDA Highlights — Industry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📈  SIP inflows tripled from ₹11,517 Cr (Jan 2022) to ₹31,002 Cr (Dec 2025) — all-time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🏦  SBI Mutual Fund dominates AUM at ₹12.5L Cr — nearly 2x ICICI Prudential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👥  Industry folios doubled from 13.26 Cr to 26.12 Cr between 2022 and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💧  Liquid funds attract ₹33,000–42,000 Cr monthly — largest category by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🏙️  T30 cities drive 66.3% of transactions vs 33.7% from B30 cities</a:t>
            </a:r>
          </a:p>
        </p:txBody>
      </p:sp>
      <p:pic>
        <p:nvPicPr>
          <p:cNvPr id="8" name="Picture 7" descr="01_na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EDA Highlights — Investor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👶  26-35 age group dominates — 41.1% of all investors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👨  Gender gap persists — 66.5% male vs 33.5% female investors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🏢  Banking (19.2%), IT (13.4%), Pharma (12.0%) = 44.6% of equity portfolios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💰  Average SIP amounts are consistent across age groups (~₹100K)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📊  Small Cap funds delivered highest 1yr returns — DSP Small Cap at 64.88%</a:t>
            </a:r>
          </a:p>
        </p:txBody>
      </p:sp>
      <p:pic>
        <p:nvPicPr>
          <p:cNvPr id="8" name="Picture 7" descr="05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Fund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</a:rPr>
              <a:t>Fund | Score | 3yr CAGR% | Sharpe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ICICI Pru Midcap Fund - Regular - Growth  |  85.1  |  31.22%  |  0.883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Axis Midcap Fund - Regular - Growth  |  82.0  |  36.21%  |  0.731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HDFC Mid-Cap Opportunities Fund - Regular - G  |  80.5  |  32.37%  |  0.808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Mirae Asset Large Cap Fund - Regular - Growth  |  80.0  |  33.95%  |  1.068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Kotak Flexicap Fund - Regular - Growth  |  78.2  |  29.69%  |  0.966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7316"/>
                </a:solidFill>
              </a:rPr>
              <a:t>Sharpe Ratio = (Rp - Rf) / σ × √252  |  Rf = 6.5% RBI repo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7316"/>
                </a:solidFill>
              </a:rPr>
              <a:t>CAGR = (NAV_end / NAV_start)^(1/n) - 1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7316"/>
                </a:solidFill>
              </a:rPr>
              <a:t>Max Drawdown = min(NAV / running_max - 1)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7316"/>
                </a:solidFill>
              </a:rPr>
              <a:t>Fund Score = 30%×CAGR + 25%×Sharpe + 20%×Alpha + 15%×Expense + 10%×MaxDD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Advanced Risk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VaR (95%)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188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ABSL Small Cap: -2.39% daily VaR — worst 5% of days exceed this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CVaR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103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Average loss on bad days: -3.03% for Small Cap vs -1.2% for Large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Rolling Sharpe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017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Sharpe fluctuates -4 to +6 — no fund consistently outperforms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SIP 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97.8% of investors show irregular SIP gaps (avg 64.9 days vs 30 expected)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Sector HHI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46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Axis Bluechip most concentrated (3000) vs UTI Mid Cap most diversified (1300)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Page 1 — Industry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Page 2 — Fund Performance</a:t>
            </a:r>
          </a:p>
        </p:txBody>
      </p:sp>
      <p:pic>
        <p:nvPicPr>
          <p:cNvPr id="5" name="Picture 4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657600"/>
          </a:xfrm>
          <a:prstGeom prst="rect">
            <a:avLst/>
          </a:prstGeom>
        </p:spPr>
      </p:pic>
      <p:pic>
        <p:nvPicPr>
          <p:cNvPr id="6" name="Picture 5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Page 3 — Investor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Page 4 — SIP &amp; Market Trends</a:t>
            </a:r>
          </a:p>
        </p:txBody>
      </p:sp>
      <p:pic>
        <p:nvPicPr>
          <p:cNvPr id="5" name="Picture 4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657600"/>
          </a:xfrm>
          <a:prstGeom prst="rect">
            <a:avLst/>
          </a:prstGeom>
        </p:spPr>
      </p:pic>
      <p:pic>
        <p:nvPicPr>
          <p:cNvPr id="6" name="Picture 5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4FCF"/>
                </a:solidFill>
              </a:rP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🏆  ICICI Pru Midcap tops Fund Scorecard at 85.1 — best risk-return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📉  Small Cap funds: highest returns (64.88%) but also highest VaR (-2.39%)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💡  Moderate risk investors: Mirae Asset Large Cap offers best Sharpe (1.068)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⚠️   SIP continuity critical — 97.8% investors show irregular payment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🌍  B30 cities at 33.7% — significant untapped growth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👩  Female investor gap (33.5%) — targeted outreach programs recommended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🏦  Debt funds underperform risk-free rate — negative Sharpe across all debt funds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B4FC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Mutual Fund Analytics Platform — Bluestock Fintech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97316"/>
                </a:solidFill>
              </a:rPr>
              <a:t>GitHub Repository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